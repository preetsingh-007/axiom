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2"/>
    <p:sldId id="257" r:id="rId10"/>
    <p:sldId id="258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12" Type="http://schemas.openxmlformats.org/officeDocument/2006/relationships/slide" Target="slides/slide1.xml"/>
  <Relationship Id="rId10" Type="http://schemas.openxmlformats.org/officeDocument/2006/relationships/slide" Target="slides/slide2.xml"/>
  <Relationship Id="rId11" Type="http://schemas.openxmlformats.org/officeDocument/2006/relationships/slide" Target="slides/slide3.xml"/>
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1"/>
          <p:cNvSpPr>
            <a:spLocks noGrp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Mention the benchmark setup.</a:t>
            </a:r>
          </a:p>
          <a:p>
            <a:pPr/>
            <a:r>
              <a:rPr lang="en-US" dirty="0"/>
              <a:t>Then take questions.</a:t>
            </a:r>
          </a:p>
        </p:txBody>
      </p:sp>
      <p:sp>
        <p:nvSpPr>
          <p:cNvPr id="4" name="Slide Numb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r>
              <a:rPr lang="en-US" dirty="0"/>
              <a:t>3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59000"/>
            <a:ext cx="9144000" cy="1524000"/>
          </a:xfrm>
        </p:spPr>
        <p:txBody>
          <a:bodyPr/>
          <a:lstStyle/>
          <a:p>
            <a:pPr/>
            <a:r>
              <a:rPr lang="en-US" dirty="0"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10000"/>
            <a:ext cx="9144000" cy="1016000"/>
          </a:xfrm>
        </p:spPr>
        <p:txBody>
          <a:bodyPr/>
          <a:lstStyle/>
          <a:p>
            <a:pPr/>
            <a:r>
              <a:rPr lang="en-US" dirty="0"/>
              <a:t/>
            </a:r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016000"/>
          </a:xfrm>
        </p:spPr>
        <p:txBody>
          <a:bodyPr/>
          <a:lstStyle/>
          <a:p>
            <a:pPr/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51000"/>
            <a:ext cx="10668000" cy="4572000"/>
          </a:xfrm>
        </p:spPr>
        <p:txBody>
          <a:bodyPr/>
          <a:lstStyle/>
          <a:p>
            <a:pPr/>
            <a:r>
              <a:rPr lang="en-US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b="1" dirty="0"/>
              <a:t>Local-First Knowledge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000" i="1" dirty="0">
                <a:solidFill>
                  <a:srgbClr val="626878"/>
                </a:solidFill>
              </a:rPr>
              <a:t>Seminar 1 · Grace Hopper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b="1" dirty="0"/>
              <a:t>Why CRDTs?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 dirty="0"/>
              <a:t>CRDTs converge without coordination</a:t>
            </a:r>
          </a:p>
          <a:p>
            <a:pPr lvl="1">
              <a:buChar char="•"/>
            </a:pPr>
            <a:r>
              <a:rPr lang="en-US" sz="2000" dirty="0"/>
              <a:t>State-based and op-based variants</a:t>
            </a:r>
          </a:p>
          <a:p>
            <a:pPr>
              <a:buChar char="•"/>
            </a:pPr>
            <a:r>
              <a:rPr lang="en-US" sz="2400" dirty="0"/>
              <a:t>Local-first means offline by default</a:t>
            </a:r>
          </a:p>
          <a:p>
            <a:pPr>
              <a:buNone/>
            </a:pPr>
            <a:r>
              <a:rPr lang="en-US" sz="2400" dirty="0"/>
              <a:t>1. Numbered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0000" y="4826000"/>
            <a:ext cx="2540000" cy="1270000"/>
          </a:xfrm>
          <a:prstGeom prst="rect">
            <a:avLst/>
          </a:prstGeom>
          <a:solidFill>
            <a:srgbClr val="3D5BD9"/>
          </a:solidFill>
          <a:ln w="12700">
            <a:solidFill>
              <a:srgbClr val="1D2230"/>
            </a:solidFill>
          </a:ln>
        </p:spPr>
        <p:txBody>
          <a:bodyPr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Box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62000" y="5588000"/>
            <a:ext cx="2540000" cy="1016000"/>
            <a:chOff x="0" y="0"/>
            <a:chExt cx="12700000" cy="5080000"/>
          </a:xfrm>
        </p:grpSpPr>
        <p:sp>
          <p:nvSpPr>
            <p:cNvPr id="6" name="Oval 5"/>
            <p:cNvSpPr/>
            <p:nvPr/>
          </p:nvSpPr>
          <p:spPr>
            <a:xfrm>
              <a:off x="0" y="0"/>
              <a:ext cx="5080000" cy="5080000"/>
            </a:xfrm>
            <a:prstGeom prst="ellipse">
              <a:avLst/>
            </a:prstGeom>
            <a:solidFill>
              <a:srgbClr val="E0A526"/>
            </a:solidFill>
          </p:spPr>
        </p:sp>
        <p:sp>
          <p:nvSpPr>
            <p:cNvPr id="7" name="TextBox 6"/>
            <p:cNvSpPr txBox="1"/>
            <p:nvPr/>
          </p:nvSpPr>
          <p:spPr>
            <a:xfrm>
              <a:off x="6350000" y="1270000"/>
              <a:ext cx="6350000" cy="2540000"/>
            </a:xfrm>
            <a:prstGeom prst="rect">
              <a:avLst/>
            </a:prstGeom>
            <a:noFill/>
          </p:spPr>
          <p:txBody>
            <a:bodyPr/>
            <a:lstStyle/>
            <a:p>
              <a:pPr/>
              <a:r>
                <a:rPr lang="en-US" sz="1400" dirty="0"/>
                <a:t>Grouped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b="1" dirty="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4" name="Picture 3" descr="A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78000"/>
            <a:ext cx="6096000" cy="38100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048000" y="5842000"/>
            <a:ext cx="6096000" cy="0"/>
          </a:xfrm>
          <a:prstGeom prst="line">
            <a:avLst/>
          </a:prstGeom>
          <a:ln w="25400">
            <a:solidFill>
              <a:srgbClr val="D9463D"/>
            </a:solidFill>
          </a:ln>
        </p:spPr>
      </p:cxnSp>
    </p:spTree>
  </p:cSld>
  <p:clrMapOvr>
    <a:masterClrMapping/>
  </p:clrMapOvr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Axiom Seminar Deck</dc:title>
  <dc:creator>Grace Hopper</dc:creator>
</cp:coreProperties>
</file>